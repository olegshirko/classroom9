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Pythonic Way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2468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писать код по-питоновски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"Code is read much more often than it is written."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Guido van Rossum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438912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389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48" y="438912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7048" y="4389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79776" y="438912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9776" y="4389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32504" y="438912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32504" y="4389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enumerate/zip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85232" y="438912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4389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37960" y="438912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389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90688" y="438912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0688" y="4389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Comprehensions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/ Dict / Set — вместо цикла с append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4160520" cy="3749040"/>
          </a:xfrm>
          <a:prstGeom prst="rect">
            <a:avLst/>
          </a:prstGeom>
          <a:solidFill>
            <a:srgbClr val="1A0A0A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51560"/>
            <a:ext cx="4160520" cy="320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51560"/>
            <a:ext cx="416052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Антипаттерн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435608"/>
            <a:ext cx="39776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 = []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range(10):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x % 2 == 0: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squares.append(x ** 2)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 — тоже цикл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{}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w in words: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result[w] = len(w)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051560"/>
            <a:ext cx="4160520" cy="3749040"/>
          </a:xfrm>
          <a:prstGeom prst="rect">
            <a:avLst/>
          </a:prstGeom>
          <a:solidFill>
            <a:srgbClr val="0A1A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051560"/>
            <a:ext cx="4160520" cy="320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51560"/>
            <a:ext cx="416052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Питонично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435608"/>
            <a:ext cx="39776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 =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**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x in range(10)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x % 2 ==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 comprehension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w: len(w) for w in words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Unpacking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Распаковка последовательностей и словарей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4160520" cy="3749040"/>
          </a:xfrm>
          <a:prstGeom prst="rect">
            <a:avLst/>
          </a:prstGeom>
          <a:solidFill>
            <a:srgbClr val="1A0A0A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51560"/>
            <a:ext cx="4160520" cy="320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51560"/>
            <a:ext cx="416052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Антипаттерн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435608"/>
            <a:ext cx="39776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Swap через temp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 =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tmp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Вручную по индексу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= items[0]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 = items[1:]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Вызов функции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greet(data["name"],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data["age"])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051560"/>
            <a:ext cx="4160520" cy="3749040"/>
          </a:xfrm>
          <a:prstGeom prst="rect">
            <a:avLst/>
          </a:prstGeom>
          <a:solidFill>
            <a:srgbClr val="0A1A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051560"/>
            <a:ext cx="4160520" cy="320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51560"/>
            <a:ext cx="416052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Питонично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435608"/>
            <a:ext cx="39776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b, 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 unpacking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first, *rest = items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*init, last  = items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Распаковка словаря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greet(name, age):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{"name": "Иван",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"age": 20}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greet(**data)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f-strings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Форматирование строк — читаемо и быстро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4160520" cy="3749040"/>
          </a:xfrm>
          <a:prstGeom prst="rect">
            <a:avLst/>
          </a:prstGeom>
          <a:solidFill>
            <a:srgbClr val="1A0A0A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51560"/>
            <a:ext cx="4160520" cy="320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51560"/>
            <a:ext cx="416052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Антипаттерн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435608"/>
            <a:ext cx="39776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Конкатенация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("Студент " + name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 набрал "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str(score) + " баллов")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.format()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("Студент {} набрал 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"{:.1f} баллов"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.format(name, score))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051560"/>
            <a:ext cx="4160520" cy="3749040"/>
          </a:xfrm>
          <a:prstGeom prst="rect">
            <a:avLst/>
          </a:prstGeom>
          <a:solidFill>
            <a:srgbClr val="0A1A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051560"/>
            <a:ext cx="4160520" cy="320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51560"/>
            <a:ext cx="416052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Питонично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435608"/>
            <a:ext cx="39776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f-string — всё в одном месте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f"Студент {name} 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f"набрал {score:.1f} баллов"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Выражения внутри {}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f"2 + 2 = {2 + 2}"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f"{name.upper()}"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f"{len(items)} элементов"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enumerate и zip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Никогда не пишите range(len(...))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4160520" cy="3749040"/>
          </a:xfrm>
          <a:prstGeom prst="rect">
            <a:avLst/>
          </a:prstGeom>
          <a:solidFill>
            <a:srgbClr val="1A0A0A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51560"/>
            <a:ext cx="4160520" cy="320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51560"/>
            <a:ext cx="416052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Антипаттерн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435608"/>
            <a:ext cx="39776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["яблоко", "банан"]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range(len) — антипаттерн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range(len(fruits)):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print(i, fruits[i])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Два списка — через индекс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range(len(names)):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print(names[i], scores[i])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051560"/>
            <a:ext cx="4160520" cy="3749040"/>
          </a:xfrm>
          <a:prstGeom prst="rect">
            <a:avLst/>
          </a:prstGeom>
          <a:solidFill>
            <a:srgbClr val="0A1A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051560"/>
            <a:ext cx="4160520" cy="320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51560"/>
            <a:ext cx="416052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Питонично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435608"/>
            <a:ext cx="39776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enumerate — индекс + значение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fruit in enumerate(fruits):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print(i, fruit)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Начать с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f in enumerate(fruits,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start=1):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print(f"{i}. {f}")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zip — два списка сразу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score in zip(names,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scores):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print(f"{name}: {score}")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Контекстные менеджеры (with)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всегда будет закрыт — даже при ошибке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4160520" cy="3749040"/>
          </a:xfrm>
          <a:prstGeom prst="rect">
            <a:avLst/>
          </a:prstGeom>
          <a:solidFill>
            <a:srgbClr val="1A0A0A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51560"/>
            <a:ext cx="4160520" cy="320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51560"/>
            <a:ext cx="416052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Антипаттерн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435608"/>
            <a:ext cx="39776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Ручное управление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open("data.txt", "r")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= f.read()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Если здесь исключение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f.close() не вызовется!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051560"/>
            <a:ext cx="4160520" cy="3749040"/>
          </a:xfrm>
          <a:prstGeom prst="rect">
            <a:avLst/>
          </a:prstGeom>
          <a:solidFill>
            <a:srgbClr val="0A1A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051560"/>
            <a:ext cx="4160520" cy="320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51560"/>
            <a:ext cx="416052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Питонично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435608"/>
            <a:ext cx="39776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— гарантирует закрытие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open("data.txt",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encoding="utf-8") as f: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f.read()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Несколько ресурсов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(open("in.txt") as fin,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open("out.txt","w") as fout):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fout.write(fin.read())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Type Hints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Аннотации типов — особенно важны в FastAPI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4160520" cy="3749040"/>
          </a:xfrm>
          <a:prstGeom prst="rect">
            <a:avLst/>
          </a:prstGeom>
          <a:solidFill>
            <a:srgbClr val="1A0A0A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51560"/>
            <a:ext cx="4160520" cy="320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51560"/>
            <a:ext cx="416052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Антипаттерн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435608"/>
            <a:ext cx="39776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Непонятно что принимает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и что возвращает функция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process(data, limit):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find_user(user_id):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Pydantic без типов — не работает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Request(BaseModel):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limit =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051560"/>
            <a:ext cx="4160520" cy="3749040"/>
          </a:xfrm>
          <a:prstGeom prst="rect">
            <a:avLst/>
          </a:prstGeom>
          <a:solidFill>
            <a:srgbClr val="0A1A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051560"/>
            <a:ext cx="4160520" cy="320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51560"/>
            <a:ext cx="416052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Питонично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435608"/>
            <a:ext cx="39776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Optional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process(data: str,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limit: int =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 -&gt; list[str]: ...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find_user(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user_id: 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Optional[dict]: ...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Pydantic с типами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Request(BaseModel):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text: str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limit: int =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lang: Optional[str] = None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Исключения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Ловите конкретные типы — не всё подряд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4160520" cy="3749040"/>
          </a:xfrm>
          <a:prstGeom prst="rect">
            <a:avLst/>
          </a:prstGeom>
          <a:solidFill>
            <a:srgbClr val="1A0A0A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51560"/>
            <a:ext cx="4160520" cy="320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51560"/>
            <a:ext cx="416052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Антипаттерн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435608"/>
            <a:ext cx="39776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Скрывает все ошибки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включая баги в коде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int(user_input)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print("Ошибка")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 FastAPI — return вместо raise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get_item(item_id: int):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item_id &lt; 0: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D7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{"error": "bad id"}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051560"/>
            <a:ext cx="4160520" cy="3749040"/>
          </a:xfrm>
          <a:prstGeom prst="rect">
            <a:avLst/>
          </a:prstGeom>
          <a:solidFill>
            <a:srgbClr val="0A1A12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051560"/>
            <a:ext cx="4160520" cy="320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51560"/>
            <a:ext cx="416052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Питонично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435608"/>
            <a:ext cx="39776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int(user_input)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print("Введите целое число")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Несколько типов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json.loads(text)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 = data["key"]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json.JSONDecodeError: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print("Невалидный JSON")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KeyError: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print("Ключ не найден")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FastAPI — raise HTTPException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 HTTPException(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status_code=400,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detail="ID &lt; 0")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Соглашения по именованию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 — стандарт де-факто для Python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1143000"/>
            <a:ext cx="87782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snake_case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143000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переменные, функции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92040" y="1143000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user_name,  get_user_by_id()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764792"/>
            <a:ext cx="8778240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64792"/>
            <a:ext cx="1920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PascalCase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764792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764792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UserService,  TextRequest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2386584"/>
            <a:ext cx="87782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386584"/>
            <a:ext cx="1920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UPPER_SNAKE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2386584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константы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386584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MAX_RETRIES =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3008376"/>
            <a:ext cx="8778240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008376"/>
            <a:ext cx="1920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_single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3008376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«приватное» (соглашение)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008376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_internal_helper()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3630168"/>
            <a:ext cx="87782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30168"/>
            <a:ext cx="1920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(underscore)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3630168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игнорируемая переменная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630168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 in range(5): ...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" y="4251960"/>
            <a:ext cx="8778240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251960"/>
            <a:ext cx="1920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type_  (trailing)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86000" y="4251960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 с built-in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4251960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type_ = 'admin'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Шпаргалка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2880" y="777240"/>
            <a:ext cx="4023360" cy="502920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77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for i in range(len(x))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51960" y="7772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663440" y="777240"/>
            <a:ext cx="4251960" cy="502920"/>
          </a:xfrm>
          <a:prstGeom prst="rect">
            <a:avLst/>
          </a:prstGeom>
          <a:solidFill>
            <a:srgbClr val="0A1A1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7772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for i, v in enumerate(x)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371600"/>
            <a:ext cx="4023360" cy="502920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x=[]; for...: x.append(v)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51960" y="13716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251960" cy="502920"/>
          </a:xfrm>
          <a:prstGeom prst="rect">
            <a:avLst/>
          </a:prstGeom>
          <a:solidFill>
            <a:srgbClr val="0A1A1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716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x = [v for ...]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965960"/>
            <a:ext cx="4023360" cy="502920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65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"Hello " + name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51960" y="19659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1965960"/>
            <a:ext cx="4251960" cy="502920"/>
          </a:xfrm>
          <a:prstGeom prst="rect">
            <a:avLst/>
          </a:prstGeom>
          <a:solidFill>
            <a:srgbClr val="0A1A1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9659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f"Hello {name}"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2560320"/>
            <a:ext cx="4023360" cy="502920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560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except: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51960" y="25603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63440" y="2560320"/>
            <a:ext cx="4251960" cy="502920"/>
          </a:xfrm>
          <a:prstGeom prst="rect">
            <a:avLst/>
          </a:prstGeom>
          <a:solidFill>
            <a:srgbClr val="0A1A1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5603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except ValueError: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3154680"/>
            <a:ext cx="4023360" cy="502920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154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f.open(); ...; f.close()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51960" y="31546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663440" y="3154680"/>
            <a:ext cx="4251960" cy="502920"/>
          </a:xfrm>
          <a:prstGeom prst="rect">
            <a:avLst/>
          </a:prstGeom>
          <a:solidFill>
            <a:srgbClr val="0A1A1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1546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with open(...) as f: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" y="3749040"/>
            <a:ext cx="4023360" cy="502920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749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def fn(a,b,c): fn(1,True,8)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51960" y="37490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663440" y="3749040"/>
            <a:ext cx="4251960" cy="502920"/>
          </a:xfrm>
          <a:prstGeom prst="rect">
            <a:avLst/>
          </a:prstGeom>
          <a:solidFill>
            <a:srgbClr val="0A1A1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7490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именованные аргументы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2880" y="4343400"/>
            <a:ext cx="4023360" cy="502920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343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def fn(x): ...  # без типов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51960" y="43434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663440" y="4343400"/>
            <a:ext cx="4251960" cy="502920"/>
          </a:xfrm>
          <a:prstGeom prst="rect">
            <a:avLst/>
          </a:prstGeom>
          <a:solidFill>
            <a:srgbClr val="0A1A1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3434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def fn(x: str) -&gt; int: ...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Pythonic Way</dc:title>
  <dc:subject>PptxGenJS Presentation</dc:subject>
  <dc:creator>PptxGenJS</dc:creator>
  <cp:lastModifiedBy>PptxGenJS</cp:lastModifiedBy>
  <cp:revision>1</cp:revision>
  <dcterms:created xsi:type="dcterms:W3CDTF">2026-04-25T08:40:04Z</dcterms:created>
  <dcterms:modified xsi:type="dcterms:W3CDTF">2026-04-25T08:40:04Z</dcterms:modified>
</cp:coreProperties>
</file>