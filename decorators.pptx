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0"/>
            <a:ext cx="8412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Декораторы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365760" y="210312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i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Python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097280" y="3063240"/>
            <a:ext cx="6949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Функция, которая принимает функцию и возвращает новую функцию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228600" y="4206240"/>
            <a:ext cx="1143000" cy="640080"/>
          </a:xfrm>
          <a:prstGeom prst="roundRect">
            <a:avLst>
              <a:gd name="adj" fmla="val 8571"/>
            </a:avLst>
          </a:prstGeom>
          <a:solidFill>
            <a:srgbClr val="1E293B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8600" y="4206240"/>
            <a:ext cx="1143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Функции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объекты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481328" y="4206240"/>
            <a:ext cx="1143000" cy="640080"/>
          </a:xfrm>
          <a:prstGeom prst="roundRect">
            <a:avLst>
              <a:gd name="adj" fmla="val 8571"/>
            </a:avLst>
          </a:prstGeom>
          <a:solidFill>
            <a:srgbClr val="1E293B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481328" y="4206240"/>
            <a:ext cx="1143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Простой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декоратор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734056" y="4206240"/>
            <a:ext cx="1143000" cy="640080"/>
          </a:xfrm>
          <a:prstGeom prst="roundRect">
            <a:avLst>
              <a:gd name="adj" fmla="val 8571"/>
            </a:avLst>
          </a:prstGeom>
          <a:solidFill>
            <a:srgbClr val="1E293B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34056" y="4206240"/>
            <a:ext cx="1143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*args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**kwargs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986784" y="4206240"/>
            <a:ext cx="1143000" cy="640080"/>
          </a:xfrm>
          <a:prstGeom prst="roundRect">
            <a:avLst>
              <a:gd name="adj" fmla="val 8571"/>
            </a:avLst>
          </a:prstGeom>
          <a:solidFill>
            <a:srgbClr val="1E293B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986784" y="4206240"/>
            <a:ext cx="1143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functools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.wraps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239512" y="4206240"/>
            <a:ext cx="1143000" cy="640080"/>
          </a:xfrm>
          <a:prstGeom prst="roundRect">
            <a:avLst>
              <a:gd name="adj" fmla="val 8571"/>
            </a:avLst>
          </a:prstGeom>
          <a:solidFill>
            <a:srgbClr val="1E293B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239512" y="4206240"/>
            <a:ext cx="1143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Аргументы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декоратора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492240" y="4206240"/>
            <a:ext cx="1143000" cy="640080"/>
          </a:xfrm>
          <a:prstGeom prst="roundRect">
            <a:avLst>
              <a:gd name="adj" fmla="val 8571"/>
            </a:avLst>
          </a:prstGeom>
          <a:solidFill>
            <a:srgbClr val="1E293B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92240" y="4206240"/>
            <a:ext cx="1143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Стек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декораторов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7744968" y="4206240"/>
            <a:ext cx="1143000" cy="640080"/>
          </a:xfrm>
          <a:prstGeom prst="roundRect">
            <a:avLst>
              <a:gd name="adj" fmla="val 8571"/>
            </a:avLst>
          </a:prstGeom>
          <a:solidFill>
            <a:srgbClr val="1E293B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44968" y="4206240"/>
            <a:ext cx="1143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FastAPI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Функции как объекты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365760" y="621792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Python функцию можно передать, сохранить, вернуть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82880" y="1005840"/>
            <a:ext cx="8778240" cy="3840480"/>
          </a:xfrm>
          <a:prstGeom prst="rect">
            <a:avLst/>
          </a:prstGeom>
          <a:solidFill>
            <a:srgbClr val="1E293B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82880" y="1005840"/>
            <a:ext cx="8778240" cy="310896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" y="1005840"/>
            <a:ext cx="8778240" cy="310896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20040" y="1371600"/>
            <a:ext cx="850392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greet(name: str) -&gt; str: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f"Привет, {name}!"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Присвоить переменной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say_hello = greet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say_hello("Иван")          # Привет, Иван!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Передать в другую функцию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run(func, value):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func(value)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run(greet, "Мария")        # Привет, Мария!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Вернуть из функции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get_greeter():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inner(name):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f"Привет, {name}!"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inner             # возвращаем, не вызываем!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greeter = get_greeter()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greeter("Пётр")            # Привет, Пётр!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Простой декоратор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365760" y="621792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@decorator — это просто сокращение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82880" y="1005840"/>
            <a:ext cx="4160520" cy="3840480"/>
          </a:xfrm>
          <a:prstGeom prst="rect">
            <a:avLst/>
          </a:prstGeom>
          <a:solidFill>
            <a:srgbClr val="1E293B"/>
          </a:solidFill>
          <a:ln w="19050">
            <a:solidFill>
              <a:srgbClr val="94A3B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82880" y="1005840"/>
            <a:ext cx="4160520" cy="310896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" y="1005840"/>
            <a:ext cx="4160520" cy="310896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Без синтаксиса @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74320" y="1371600"/>
            <a:ext cx="39776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my_decorator(func):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wrapper():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print("До вызова")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func()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print("После вызова")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wrapper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say_hi():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print("Привет!")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Вручную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say_hi = my_decorator(say_hi)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say_hi()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617720" y="1005840"/>
            <a:ext cx="4160520" cy="3840480"/>
          </a:xfrm>
          <a:prstGeom prst="rect">
            <a:avLst/>
          </a:prstGeom>
          <a:solidFill>
            <a:srgbClr val="0A1A12"/>
          </a:solidFill>
          <a:ln w="1905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617720" y="1005840"/>
            <a:ext cx="4160520" cy="310896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17720" y="1005840"/>
            <a:ext cx="4160520" cy="310896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С синтаксисом @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709160" y="1371600"/>
            <a:ext cx="39776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EE7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my_decorator(func):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6EE7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wrapper():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6EE7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print("До вызова")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6EE7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func()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6EE7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print("После вызова")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6EE7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wrapper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6EE7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@my_decorator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6EE7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say_hi():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6EE7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print("Привет!")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6EE7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say_hi()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6EE7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До вызова / Привет! / После вызова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*args и **kwargs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365760" y="621792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Без них декоратор сломает функции с аргументами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82880" y="1005840"/>
            <a:ext cx="4160520" cy="3840480"/>
          </a:xfrm>
          <a:prstGeom prst="rect">
            <a:avLst/>
          </a:prstGeom>
          <a:solidFill>
            <a:srgbClr val="1A0A0A"/>
          </a:solidFill>
          <a:ln w="19050">
            <a:solidFill>
              <a:srgbClr val="F8717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82880" y="1005840"/>
            <a:ext cx="4160520" cy="310896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" y="1005840"/>
            <a:ext cx="4160520" cy="310896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Wrapper без аргументов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74320" y="1371600"/>
            <a:ext cx="39776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logger(func):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wrapper():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print(f"Вызов {func.__name__}")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func()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wrapper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@logger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add(a, b):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a + b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add(1, 2)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TypeError: wrapper() takes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0 positional arguments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617720" y="1005840"/>
            <a:ext cx="4160520" cy="3840480"/>
          </a:xfrm>
          <a:prstGeom prst="rect">
            <a:avLst/>
          </a:prstGeom>
          <a:solidFill>
            <a:srgbClr val="0A1A12"/>
          </a:solidFill>
          <a:ln w="1905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617720" y="1005840"/>
            <a:ext cx="4160520" cy="310896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17720" y="1005840"/>
            <a:ext cx="4160520" cy="310896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Пробрасываем все аргументы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709160" y="1371600"/>
            <a:ext cx="39776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EE7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logger(func):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6EE7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wrapper(*args, **kwargs):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6EE7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print(f"Вызов {func.__name__}")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6EE7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result = func(*args, **kwargs)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6EE7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print(f"Результат: {result}")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6EE7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result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6EE7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wrapper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6EE7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@logger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6EE7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add(a, b):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6EE7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a + b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6EE7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add(1, 2)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6EE7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Вызов add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6EE7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Результат: 3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functools.wraps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365760" y="621792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Сохраняет имя и документацию оригинальной функции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82880" y="1005840"/>
            <a:ext cx="4160520" cy="3840480"/>
          </a:xfrm>
          <a:prstGeom prst="rect">
            <a:avLst/>
          </a:prstGeom>
          <a:solidFill>
            <a:srgbClr val="1A0A0A"/>
          </a:solidFill>
          <a:ln w="19050">
            <a:solidFill>
              <a:srgbClr val="F8717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82880" y="1005840"/>
            <a:ext cx="4160520" cy="310896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" y="1005840"/>
            <a:ext cx="4160520" cy="310896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Без wraps — метаданные теряются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74320" y="1371600"/>
            <a:ext cx="39776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logger(func):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wrapper(*args, **kwargs):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func(*args, **kwargs)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wrapper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@logger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add(a, b):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"""Складывает два числа"""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a + b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print(add.__name__)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wrapper  ← неправильно!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print(add.__doc__)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None     ← документация пропала!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617720" y="1005840"/>
            <a:ext cx="4160520" cy="3840480"/>
          </a:xfrm>
          <a:prstGeom prst="rect">
            <a:avLst/>
          </a:prstGeom>
          <a:solidFill>
            <a:srgbClr val="0A1A12"/>
          </a:solidFill>
          <a:ln w="1905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617720" y="1005840"/>
            <a:ext cx="4160520" cy="310896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17720" y="1005840"/>
            <a:ext cx="4160520" cy="310896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С @wraps — всё сохраняется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709160" y="1371600"/>
            <a:ext cx="39776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EE7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functools import wraps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6EE7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logger(func):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6EE7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@wraps(func)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6EE7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wrapper(*args, **kwargs):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6EE7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func(*args, **kwargs)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6EE7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wrapper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6EE7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@logger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6EE7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add(a, b):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6EE7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"""Складывает два числа"""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6EE7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a + b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6EE7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print(add.__name__)  # add ✅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6EE7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print(add.__doc__)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6EE7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Складывает два числа ✅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Декоратор с аргументами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365760" y="621792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Нужна ещё одна обёртка — фабрика декораторов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82880" y="1005840"/>
            <a:ext cx="8778240" cy="3840480"/>
          </a:xfrm>
          <a:prstGeom prst="rect">
            <a:avLst/>
          </a:prstGeom>
          <a:solidFill>
            <a:srgbClr val="1E293B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82880" y="1005840"/>
            <a:ext cx="8778240" cy="310896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" y="1005840"/>
            <a:ext cx="8778240" cy="310896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20040" y="1371600"/>
            <a:ext cx="850392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functools import wraps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repeat(times: int):          # 1. фабрика принимает аргумент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decorator(func):         # 2. декоратор принимает функцию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@wraps(func)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def wrapper(*args, **kwargs):   # 3. wrapper вызывается вместо func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for _ in range(times):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result = func(*args, **kwargs)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return result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wrapper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decorator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@repeat(3)                       # repeat(3) → decorator → decorator(say)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say(message: str):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print(message)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say("Привет!")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Привет!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Привет!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Привет!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Стек декораторов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365760" y="621792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Применяются снизу вверх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82880" y="1005840"/>
            <a:ext cx="8778240" cy="3840480"/>
          </a:xfrm>
          <a:prstGeom prst="rect">
            <a:avLst/>
          </a:prstGeom>
          <a:solidFill>
            <a:srgbClr val="1E293B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82880" y="1005840"/>
            <a:ext cx="8778240" cy="310896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" y="1005840"/>
            <a:ext cx="8778240" cy="310896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20040" y="1371600"/>
            <a:ext cx="850392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functools import wraps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bold(func):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@wraps(func)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wrapper(*args, **kwargs):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f"**{func(*args, **kwargs)}**"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wrapper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upper(func):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@wraps(func)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wrapper(*args, **kwargs):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func(*args, **kwargs).upper()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wrapper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@bold     # ← применяется вторым (снаружи)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@upper    # ← применяется первым (внутри)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greet(name: str) -&gt; str: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f"привет, {name}"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greet("иван")   # **ПРИВЕТ, ИВАН**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Эквивалентно:  greet = bold(upper(greet))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Декораторы в FastAPI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365760" y="621792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@app.get, @app.post — это декораторы с аргументами. FastAPI регистрирует функцию как обработчик маршрута.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82880" y="1005840"/>
            <a:ext cx="4160520" cy="3840480"/>
          </a:xfrm>
          <a:prstGeom prst="rect">
            <a:avLst/>
          </a:prstGeom>
          <a:solidFill>
            <a:srgbClr val="1E293B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82880" y="1005840"/>
            <a:ext cx="4160520" cy="310896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" y="1005840"/>
            <a:ext cx="4160520" cy="310896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Маршруты FastAPI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74320" y="1371600"/>
            <a:ext cx="39776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fastapi import FastAPI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pydantic import BaseModel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 = FastAPI()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@app.get("/items")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get_items():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[{"id": 1}]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@app.get("/items/{item_id}")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get_item(item_id: int):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{"id": item_id}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Item(BaseModel):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name: str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price: float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@app.post("/items")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create_item(item: Item):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{"created": item.name}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617720" y="1005840"/>
            <a:ext cx="4160520" cy="3840480"/>
          </a:xfrm>
          <a:prstGeom prst="rect">
            <a:avLst/>
          </a:prstGeom>
          <a:solidFill>
            <a:srgbClr val="1E293B"/>
          </a:solidFill>
          <a:ln w="19050">
            <a:solidFill>
              <a:srgbClr val="FCD34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617720" y="1005840"/>
            <a:ext cx="4160520" cy="310896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17720" y="1005840"/>
            <a:ext cx="4160520" cy="310896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Свой декоратор + FastAPI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709160" y="1371600"/>
            <a:ext cx="39776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functools import wraps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time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timed(func):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@wraps(func)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wrapper(*args, **kwargs):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start = time.perf_counter()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result = func(*args, **kwargs)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elapsed = time.perf_counter() - start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print(f"{func.__name__}: {elapsed:.3f}с")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result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wrapper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@app.get("/slow")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@timed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slow_endpoint():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time.sleep(0.1)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{"status": "ok"}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Шпаргалка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182880" y="777240"/>
            <a:ext cx="4160520" cy="4023360"/>
          </a:xfrm>
          <a:prstGeom prst="rect">
            <a:avLst/>
          </a:prstGeom>
          <a:solidFill>
            <a:srgbClr val="1E293B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82880" y="777240"/>
            <a:ext cx="4160520" cy="310896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82880" y="777240"/>
            <a:ext cx="4160520" cy="310896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Простой декоратор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74320" y="1143000"/>
            <a:ext cx="39776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functools import wraps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decorator(func):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@wraps(func)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wrapper(*args, **kwargs):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# до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result = func(*args, **kwargs)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# после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result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wrapper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@decorator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my_func():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...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617720" y="777240"/>
            <a:ext cx="4160520" cy="4023360"/>
          </a:xfrm>
          <a:prstGeom prst="rect">
            <a:avLst/>
          </a:prstGeom>
          <a:solidFill>
            <a:srgbClr val="1E293B"/>
          </a:solidFill>
          <a:ln w="19050">
            <a:solidFill>
              <a:srgbClr val="FCD34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617720" y="777240"/>
            <a:ext cx="4160520" cy="310896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17720" y="777240"/>
            <a:ext cx="4160520" cy="310896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Декоратор с аргументами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709160" y="1143000"/>
            <a:ext cx="39776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functools import wraps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decorator(param):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inner(func):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@wraps(func)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def wrapper(*args, **kwargs):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return func(*args, **kwargs)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wrapper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inner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@decorator(param=value)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my_func():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...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Декораторы в Python</dc:title>
  <dc:subject>PptxGenJS Presentation</dc:subject>
  <dc:creator>PptxGenJS</dc:creator>
  <cp:lastModifiedBy>PptxGenJS</cp:lastModifiedBy>
  <cp:revision>1</cp:revision>
  <dcterms:created xsi:type="dcterms:W3CDTF">2026-04-25T08:49:59Z</dcterms:created>
  <dcterms:modified xsi:type="dcterms:W3CDTF">2026-04-25T08:49:59Z</dcterms:modified>
</cp:coreProperties>
</file>